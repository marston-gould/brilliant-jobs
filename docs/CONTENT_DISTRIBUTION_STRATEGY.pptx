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BRILLIANT JOBS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 Distribution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&amp; Execution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Data Stories  ·  Platform-Native Publishing  ·  Internal Merchandising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(Growth)  ·  February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Data Layers Nobody Else Has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4592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20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Proprietary ATS Data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285K+ jobs across 10K+ companies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5 ATS platforms. Real-time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velocity nobody else tracks.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135K open jobs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16459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83280" y="1645920"/>
            <a:ext cx="265176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9202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1188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Economic Benchmarks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61188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BLS, FRED, Census, BEA, ADP,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layoffs.fyi, WARN notices.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with private context.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61188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indicators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6459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645920"/>
            <a:ext cx="265176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9202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4652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Job Seeker Sentiment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4652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research from active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— in context, not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recalled from memory.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44652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surveys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blend is what makes it uncopyable. BLS publishes employment numbers. Glassdoor publishes survey data.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has platform data. Nobody combines all three from an independent accountability platform.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DATA STORIES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Content Actually Looks Like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DIVERGENCE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28600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 shows tech hiring up 15% while BLS reports flat — here's why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417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BLS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58952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analysis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1993392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9339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INDICATOR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286000" y="199339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posting volume predicted last month's BLS jobs number within 2%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199339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BLS (lagged)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589520" y="19933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claim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569464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56946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LAYOFF IMPACT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286000" y="256946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Meta's 1,200-person layoff, we tracked a 23% spike in marketing roles at competitors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256946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layoffs.fyi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0" y="256946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analysis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" y="3145536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145536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 SHIFT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286000" y="31455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notices in SF correlate with Austin hiring surge — talent migration in real time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31455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WARN + location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589520" y="314553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research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8640" y="3721608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7216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SALARY-INFLATION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286000" y="37216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salaries outpacing CPI by 3x — real purchasing power gains for first time in 18 months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7216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salary + BLS CPI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589520" y="372160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combination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2976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+ DATA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286000" y="4297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of job seekers say they've applied to 50+ jobs — our data shows avg response time is 11 days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ATS pipeline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589520" y="42976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machine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stories score highest in the editorial engine because they combine proprietary data with public data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ways nobody else can. They earn backlinks, press citations, and social shares.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HIERARCHY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Channels, Each Platform-Native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21208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37160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0" y="137160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home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931920" y="137160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authority, citation target, signup conversion. Full 200-400 word piece with inline charts.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55280" y="137160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196596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48640" y="1965960"/>
            <a:ext cx="54864" cy="521208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96596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286000" y="196596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distribution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3931920" y="196596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page. Standalone post: hook stat, narrative arc, chart image, engagement question. 6K followers seed.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7955280" y="196596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" y="256032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2560320"/>
            <a:ext cx="54864" cy="521208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34440" y="256032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2286000" y="256032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/ journalist pickup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3931920" y="256032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punchy stat + chart image + link. Where econ journalists discover data. 328 avg engagements/post.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7955280" y="256032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548640" y="315468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48640" y="3154680"/>
            <a:ext cx="54864" cy="5212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4612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5468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2286000" y="315468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viral moments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3931920" y="315468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r/dataisbeautiful, r/economics, r/jobs. Chart-first, zero brand language. Lead with insight, not brand.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7955280" y="315468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48640" y="374904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48640" y="3749040"/>
            <a:ext cx="54864" cy="521208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4048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234440" y="374904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/ Shorts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2286000" y="374904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data stories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3931920" y="374904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 + animated charts. 60-90 sec. Faceless format. Also TikTok/Reels as vertical cuts.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7955280" y="374904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548640" y="4343400"/>
            <a:ext cx="804672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548640" y="4343400"/>
            <a:ext cx="54864" cy="521208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434840"/>
            <a:ext cx="320040" cy="32004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1234440" y="4343400"/>
            <a:ext cx="1005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2286000" y="4343400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audience</a:t>
            </a:r>
            <a:endParaRPr lang="en-US" sz="1000" dirty="0"/>
          </a:p>
        </p:txBody>
      </p:sp>
      <p:sp>
        <p:nvSpPr>
          <p:cNvPr id="44" name="Text 36"/>
          <p:cNvSpPr/>
          <p:nvPr/>
        </p:nvSpPr>
        <p:spPr>
          <a:xfrm>
            <a:off x="3931920" y="4343400"/>
            <a:ext cx="3840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 via Resend. Top 3 stories + deeper context. Owned channel, no platform dependency.</a:t>
            </a:r>
            <a:endParaRPr lang="en-US" sz="900" dirty="0"/>
          </a:p>
        </p:txBody>
      </p:sp>
      <p:sp>
        <p:nvSpPr>
          <p:cNvPr id="45" name="Text 37"/>
          <p:cNvSpPr/>
          <p:nvPr/>
        </p:nvSpPr>
        <p:spPr>
          <a:xfrm>
            <a:off x="7955280" y="4343400"/>
            <a:ext cx="5486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000" dirty="0"/>
          </a:p>
        </p:txBody>
      </p:sp>
      <p:sp>
        <p:nvSpPr>
          <p:cNvPr id="46" name="Text 38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INCLUDED: Threads (entertainment-oriented, wrong audience) · Mastodon (&lt;1M MAU, anti-brand culture)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PLATFORM-NATIVE CONTENT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Insight, Six Different Outputs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scheduling tool that blasts the same post everywhere.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editorial engine generates platform-native variants as separate Claude outputs.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8046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011680"/>
                <a:gridCol w="16459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Elements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article (200-400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Journalistic, data-backed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charts, source attribution, signup CTA, schema markup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Standalone post (hook + narrative)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Authoritative, conversational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stat hook, chart image, engagement question, no link in body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stat + image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Punchy, provocative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One-line stat, chart image, link to blog, relevant hashtags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+ chart body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Data-first, zero brand voice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Subreddit-optimized title, chart as primary content, methodology in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60-90 sec video script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Narrator-driven, visual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voiceover script, animated chart sequence, text overlays, branded outro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Newsletter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with personal context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Deeper, subscriber-oriented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'What this means for your search' framing, filter-specific if possible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queue shows each platform variant independently — approve Blog + LinkedIn, reject Reddit if story doesn't fit.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DATA STORIES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Animated Charts + AI Voiceover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1148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engine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anomaly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60020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78308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6916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87452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generates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script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306324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24612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6916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4612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333756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Play.ht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2628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70916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6916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0916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480060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Remotion renders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charts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98932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617220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16916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17220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626364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7452360" y="20116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7635240" y="1554480"/>
            <a:ext cx="1280160" cy="1463040"/>
          </a:xfrm>
          <a:prstGeom prst="rect">
            <a:avLst/>
          </a:prstGeom>
          <a:solidFill>
            <a:srgbClr val="1E2545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69164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635240" y="1554480"/>
            <a:ext cx="320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7726680" y="21945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YouTube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Shorts / Reels</a:t>
            </a:r>
            <a:endParaRPr lang="en-US" sz="900" dirty="0"/>
          </a:p>
        </p:txBody>
      </p:sp>
      <p:sp>
        <p:nvSpPr>
          <p:cNvPr id="33" name="Shape 25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34" name="Text 26"/>
          <p:cNvSpPr/>
          <p:nvPr/>
        </p:nvSpPr>
        <p:spPr>
          <a:xfrm>
            <a:off x="73152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340%</a:t>
            </a:r>
            <a:endParaRPr lang="en-US" sz="1800" dirty="0"/>
          </a:p>
        </p:txBody>
      </p:sp>
      <p:sp>
        <p:nvSpPr>
          <p:cNvPr id="35" name="Text 27"/>
          <p:cNvSpPr/>
          <p:nvPr/>
        </p:nvSpPr>
        <p:spPr>
          <a:xfrm>
            <a:off x="7315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subscriber growth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faceless channels</a:t>
            </a:r>
            <a:endParaRPr lang="en-US" sz="800" dirty="0"/>
          </a:p>
        </p:txBody>
      </p:sp>
      <p:sp>
        <p:nvSpPr>
          <p:cNvPr id="36" name="Text 28"/>
          <p:cNvSpPr/>
          <p:nvPr/>
        </p:nvSpPr>
        <p:spPr>
          <a:xfrm>
            <a:off x="274320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65.7%</a:t>
            </a:r>
            <a:endParaRPr lang="en-US" sz="1800" dirty="0"/>
          </a:p>
        </p:txBody>
      </p:sp>
      <p:sp>
        <p:nvSpPr>
          <p:cNvPr id="37" name="Text 29"/>
          <p:cNvSpPr/>
          <p:nvPr/>
        </p:nvSpPr>
        <p:spPr>
          <a:xfrm>
            <a:off x="274320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video is now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text-to-video workflow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475488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32%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475488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viral educational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faceless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6766560" y="3383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renders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676656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story: 16:9 YouTube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+ 9:16 Shorts/Reels/TikTok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on camera. Animated charts with voiceover is simpler and more credible for data journalism.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Flashy AI-generated B-roll would undermine the authority of the content.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44" name="Text 36"/>
          <p:cNvSpPr/>
          <p:nvPr/>
        </p:nvSpPr>
        <p:spPr>
          <a:xfrm>
            <a:off x="7315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effort: 3-4 days Pod 2  ·  Phase: Month 2-3 post-launch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LINKEDIN FLYWHEEL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Cycle Makes the Data More Credible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0" y="146304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0" y="1463040"/>
            <a:ext cx="45720" cy="914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blended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insight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LinkedIn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03520" y="146304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303520" y="1463040"/>
            <a:ext cx="45720" cy="914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with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92240" y="274320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92240" y="2743200"/>
            <a:ext cx="45720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 users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03520" y="384048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03520" y="3840480"/>
            <a:ext cx="45720" cy="9144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users take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and use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384048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60320" y="3840480"/>
            <a:ext cx="45720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0" y="3931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data feeds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round of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71600" y="2743200"/>
            <a:ext cx="1737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71600" y="2743200"/>
            <a:ext cx="45720" cy="9144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28346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sample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= more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content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75120" y="2011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↘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4632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←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743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↖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468880" y="2011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↑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MERCHANDISING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Stories Feed Back Into the Product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stories published externally get merchandised internally across five surfaces.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engagement metrics flow back to inform story priority and placement.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Page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"Market Pulse"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92024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+ one-line summary + chart thumbnail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80560" y="192024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(latest 3 stories)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0" y="19202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with highest social engagement get top placement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51460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Lab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"Trending"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03120" y="25146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grid: headline + key stat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80560" y="25146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(latest 5 stories)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760720" y="25146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Category-balanced — no 3 salary stories in a row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0896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Cards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03120" y="31089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card: headline + delta stat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0560" y="310896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login (2-3 relevant)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760720" y="310896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Filter-aware: user's saved filters determine which stories surface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70332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7033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Email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03120" y="37033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stories of the week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80560" y="370332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via Resend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60720" y="37033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combined: social shares + internal click-through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8046720" cy="530352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9768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Archive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03120" y="42976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article with inline charts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480560" y="429768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(1-2 new)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42976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URL — all external links point here for SEO authority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↔ INTERNAL FEEDBACK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Engagement Informs Internal Placement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38404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904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SIGNALS (inbound)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LinkedIn: impressions, reactions, comments, shares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retweets, quote tweets, link clicks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Reddit: upvotes, comment count, cross-posts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views, watch time, likes, subscriber gain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Blog: page views, time on page, signup conversions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Newsletter: open rate, click-through rate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8912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563EB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463040"/>
            <a:ext cx="384048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4904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ACTIONS (merchandising)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social engagement → promoted to Index "Market Pulse"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2377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Filter-match + high engagement → Dashboard insight card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Reddit/X pickup → Data Lab "Trending" top slot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3108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story → trigger follow-up story in editorial engine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engagement across all → deprioritize category this week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3840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citation → badge on blog post ("Cited by Bloomberg")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social API (Late / Ayrshare) provides engagement metrics via webhook.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Edge Function ingests these and updates content_stories.social_metrics in Supabase.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RESEARCH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Publishable Research from Your User Base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54864" cy="2743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Surveys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contextual surveys surfaced to active job seekers while they're in the search experience. Catches people in the moment — answers are current, not recalled.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consent from product surveys.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 table, different opt-in.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responses until 200+ threshold.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"Brilliant Jobs Research."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840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463040"/>
            <a:ext cx="54864" cy="2743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Journey Opt-In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9202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on success signals (got interview, got hired). Users share their story voluntarily.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moment: success, not frustration.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publishing consent.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with data stories: "Here's what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looked like for Sarah in Austin."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layer on top of the numbers.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434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into the editorial engine as a third content source. Combined with ATS data + economic benchmarks,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creates the three-layer content moat: what the market is doing, what the economy is doing, what seekers are experiencing.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PUBLISHING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Editorial Engine → Unified Social API → Platforms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377440" cy="2926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463040"/>
            <a:ext cx="237744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904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EDITORIAL ENGINE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detect-editorial-insights 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22585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scoring (Pod 1 rules)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25511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blog variant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28437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LinkedIn variant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136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X variant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" y="34290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Reddit variant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7216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API: video script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" y="40142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Admin approval queue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2560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291840" y="1463040"/>
            <a:ext cx="2194560" cy="2926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17" name="Shape 15"/>
          <p:cNvSpPr/>
          <p:nvPr/>
        </p:nvSpPr>
        <p:spPr>
          <a:xfrm>
            <a:off x="3291840" y="1463040"/>
            <a:ext cx="219456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14904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LAYER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approve: publish-story EF fires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74720" y="2258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→ brilliantjobs.app/blog/{slug}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74720" y="25511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LinkedIn company page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74720" y="28437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X post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74720" y="3136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Reddit (subreddit TBD)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474720" y="34290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API → Bluesky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74720" y="37216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API → video upload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474720" y="40142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→ newsletter (weekly batch)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77840" y="2560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035040" y="1463040"/>
            <a:ext cx="2743200" cy="2926080"/>
          </a:xfrm>
          <a:prstGeom prst="rect">
            <a:avLst/>
          </a:prstGeom>
          <a:solidFill>
            <a:srgbClr val="1E2545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0" y="1463040"/>
            <a:ext cx="274320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490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+ MERCHANDISING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965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webhooks → social metrics ingest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21792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content_stories.social_metrics updated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5511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engagement → Index Market Pulse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284378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Filter-match → Dashboard insight cards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0" y="3136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→ trigger follow-up story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17920" y="3429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pickup → citation badge on blog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216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digest: top 3 by combined score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217920" y="40142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PostHog: internal click-through tracking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social API (Late recommended: $10-49/mo) handles OAuth, rate limits, retries, and multi-platform publishing in one call.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LinkedIn partner program application needed. Supports 13 platforms including Bluesky.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ACCOUNTS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Needs to Be Created Before Publishing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2743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234440"/>
            <a:ext cx="27432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ACCOUNTS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Company Page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"Brilliant Jobs" company page.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Marston as admin. Verify domain.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2267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Brand Account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channel under BJ brand.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URL, banner, profile.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27980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(Twitter) Account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980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@brilliantjobs or similar.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links to brilliantjobs.app.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48640" y="33284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Account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5112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u/brilliantjobs_data or similar.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karma before posting.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4864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Account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@brilliantjobs.bsky.social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custom domain handle.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246120" y="1234440"/>
            <a:ext cx="2743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46120" y="1234440"/>
            <a:ext cx="27432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338328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KEYS &amp; SERVICES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29000" y="1737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(getlate.dev)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00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social posting API.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~$10/mo. Connect all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accounts via OAuth.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429000" y="2267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Play.ht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42900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 generation.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BJ brand voice.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for Edge Function.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29000" y="27980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Data API v3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000" y="2980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Console project.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YouTube Data API.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for upload permissions.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429000" y="33284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/ FRED / Census / BEA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29000" y="35112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API keys. Registration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at each agency.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bls.gov, fred.stlouisfed.org, etc.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42900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Resend (already integrated)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2900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sending.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integration — add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 template.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126480" y="1234440"/>
            <a:ext cx="27432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1234440"/>
            <a:ext cx="2743200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12618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INFRASTRUCTURE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1737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content_stories table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0936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queue, scoring, status,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social_metrics JSONB, platform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variants, publication timestamps.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309360" y="2267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Content tab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09360" y="2450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view, preview, approve/reject,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view, per-platform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approval controls.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309360" y="27980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template (/blog)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9809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/blog index + /blog/{slug} pages.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theme, inline ECharts,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markup, CTA sections.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09360" y="33284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economic_indicators tables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351129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tables: indicators, context,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correlations. Schema in content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spec.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30936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feature_readiness table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041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tracking for deferred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features. Cron auto-enables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data thresholds met.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cost:  Late ~$10-49  ·  ElevenLabs ~$5-22  ·  BLS/FRED/Census/BEA: free  ·  YouTube API: free  ·  Resend: existing  ·  Total: ~$15-71/mo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EDITORIAL CALENDAR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Scheduled Reporting + The Job Seeker Take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54864" cy="5943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story answers three questions nobody else answers: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"What does this mean for my job search?"   2. "Does this match what people are experiencing?"   3. "Where's the opportunity hiding?"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4754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965960"/>
            <a:ext cx="47548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933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GOVERNMENT DATA HOOKS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Jobs Friday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Fri/month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48640" y="26334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the jobs number means for your search this month."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 ATS hiring velocity. Publish within 2-3 hours.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48640" y="29260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Report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691640" y="29260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Mid-month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48640" y="3090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"Inflation cooled to 2.8% — but tech salaries on our platform rose 4.2%."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Salary-inflation angle. Should you negotiate harder?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JOLTS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691640" y="33832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48640" y="35478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"JOLTS says 8.1M openings. Our data shows 34% open 60+ days."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openings vs ghosts. Actionable intelligence.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" y="38404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ADP Payrolls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691640" y="38404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days pre-BLS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0050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preview: "ADP says X — here's what our 285K jobs show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Friday's number."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54864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Notices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691640" y="4297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State-level, rolling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stories: "CA filed 12 WARNs this week — but Austin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 show 23% spike in same roles. Talent is moving."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303520" y="1965960"/>
            <a:ext cx="34747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303520" y="1965960"/>
            <a:ext cx="34747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5440680" y="1993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CADENCE (OWN DATA)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0" y="24688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486400" y="26334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trends — weekly delta,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movers, negotiation signals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4864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486400" y="3090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comparisons — metro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remote vs in-office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486400" y="33832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486400" y="35478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velocity — who's hiring,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pulling back, sector rotation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486400" y="38404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486400" y="40050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spotlight — fastest-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boards, new entrants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486400" y="42976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86400" y="4462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wrap + GT API trending —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week's hottest search terms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what the data actually shows"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number is the hook. Your ATS data is the reality check. The job seeker perspective is the editorial voice. Three layers, every time.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LISTENING &amp; TREND DETECTION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Write About — Three Signal Sources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743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161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TREND SIGNALS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Trends API (beta access)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volume on 50-100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keyword clusters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DataForSEO keyword monitoring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volume changes on tracked terms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detection (2-3x 30d average)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BLS/FRED release calendar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Pre-scheduled editorial slots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cross-reference stories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743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188720"/>
            <a:ext cx="27432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161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VELOCITY SIGNALS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2900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API (free, low-volume)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r/jobs, r/cscareerquestions,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r/recruitinghell, r/layoffs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upvote acceleration = trending topic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342900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Hacker News API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Front-page job-market keywords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 Monday → TechCrunch Wednesday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 in that window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290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X/Twitter via Late API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Hashtag volume on job-market terms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Journalist pickup signals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126480" y="1188720"/>
            <a:ext cx="2743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188720"/>
            <a:ext cx="2743200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2161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= LEADING INDICATOR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anomaly detection (built-in)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velocity spikes, salary drift,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company surges, geographic shifts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you see it before BLS confirms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093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sentiment shifts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 frustration/optimism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before macro data moves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leading indicator for press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309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API × ATS cross-reference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"AI engineer" searches spike but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flat → supply-demand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 story that helps people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65760" y="3749040"/>
            <a:ext cx="84124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749040"/>
            <a:ext cx="8412480" cy="32004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7673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DECISION MATRIX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41330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NOW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" y="43159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+ topic trending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the wave. Highest engagement.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51760" y="41330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AS LEADING INDICATOR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651760" y="43159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+ nobody talking yet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credibility when trend confirms.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754880" y="41330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FAST-FOLLOW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54880" y="43159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trending + you have an angle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"Everyone's talking about X — here's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285K jobs actually show."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0" y="41330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0" y="43159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trending + nothing unique to add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publish commodity takes.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CADENCE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Merchandising + External Distribution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216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CHANNELS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417320" y="166420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3-5× / week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home for all stories. Mix of scheduled reports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(gov data hooks) and anomaly-driven stories. Evergreen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pages refresh on 7/14/30d cycles.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3-5× / week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48640" y="23500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blog post gets a LinkedIn variant. Standalone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hook stat, narrative arc, chart image, engagement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question. Primary distribution channel at launch.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48640" y="272491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417320" y="2724912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48640" y="28803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story + quick-hit data points between stories.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major reports. Retweet press citations.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volume, lowest effort per post.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48640" y="3255264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417320" y="325526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1-2× / week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48640" y="3410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strongest data stories. Chart-first, zero brand.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Subreddit-matched (salary → r/dataisbeautiful,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jobs → r/recruitinghell). Quality over quantity.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548640" y="378561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417320" y="378561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(Fri)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8640" y="394106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stories + GT API trending topics + "what this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for your search." Digest format via Resend.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channel — not algorithm-dependent.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48640" y="431596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/ Shorts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17320" y="431596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1-2× / week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48640" y="447141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visual stories. 60-90s faceless format.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16:9 YouTube + 9:16 vertical cuts for Reels/TikTok.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(Month 2-3).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4663440" y="1188720"/>
            <a:ext cx="41148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1188720"/>
            <a:ext cx="41148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216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SURFACES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1664208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— Market Pulse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20840" y="16642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(latest 3)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846320" y="181965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+ one-line summary + chart thumbnail.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with highest social engagement get top spot.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thing users see on login.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846320" y="22860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Lab — Trending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20840" y="228600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(latest 5)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46320" y="24414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grid: headline + key stat. Category-balanced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3 salary stories in a row). Drives exploration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deeper data pages.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4846320" y="290779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Insight Cards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720840" y="290779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login (2-3)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46320" y="3063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card: headline + delta stat. Filter-aware —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user's saved filters determine which stories surface.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personalized touch.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4846320" y="3529584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Email Digest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720840" y="352958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(Fri)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46320" y="3685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by combined score: social shares + internal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click-through. "What this means for your search."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Resend send as external newsletter.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4846320" y="415137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Archive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720840" y="4151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846320" y="430682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article with inline charts. Canonical URL —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external links point here for SEO authority.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Searchable, browsable by category.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editorial engine, two audiences: external channels build brand + backlinks + flywheel. Internal surfaces prove product value + drive retention + feed survey research.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Phased Rollout — Content Engine + Distribution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664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554480" y="13716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5-7 days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1417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 SEO infrastructure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page template engine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by Location page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metro comparison pages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DataForSEO keyword validation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specs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084832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084832"/>
            <a:ext cx="54864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8483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554480" y="20848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5-7 days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21305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engine core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Edge Function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story generation (all variants)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Content tab + approval queue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Jobs LinkedIn company page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0" y="2130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rules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engine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8640" y="2798064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798064"/>
            <a:ext cx="54864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79806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1-2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554480" y="279806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4-5 days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377440" y="284378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page template (/blog/{slug})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merchandising (5 surfaces)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social API integration (Late)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metrics webhook ingestion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 integration via Resend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0" y="28437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placement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3511296"/>
            <a:ext cx="54864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5112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1520" y="380390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2-3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554480" y="351129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6-8 days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377440" y="35570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rendering pipeline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voiceover + animated charts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/ Shorts / Reels publishing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research program (pop-ups)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journey opt-in system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0" y="35570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templates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224528"/>
            <a:ext cx="804672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224528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4224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" y="45171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3+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554480" y="422452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8-11 days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377440" y="42702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data ingestion (BLS/FRED)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engine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→ internal feedback loop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citation tracking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for high-score stories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400800" y="42702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 builds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 tuning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28-38 engineering days across all phases  ·  Phase 1 is launch-critical  ·  Phases 2-3 ship month 1-2  ·  Phases 4-5 are month 2-3+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2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COMPETITIVE MOAT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Proprietary data + government benchmarks +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job seeker sentiment = content nobody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else can produce.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645920" y="3200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channels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platform-native content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389120" y="3200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data layers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+ economic + sentiment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0" y="3108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132320" y="3200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engine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it all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distribution creates the flywheel. Internal merchandising closes the loop.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engagement informs product placement. The content engine is the growth engine.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Distribution Strategy &amp; Execution Plan</dc:title>
  <dc:subject>PptxGenJS Presentation</dc:subject>
  <dc:creator>Brilliant Jobs — Pod 1 (Growth)</dc:creator>
  <cp:lastModifiedBy>Brilliant Jobs — Pod 1 (Growth)</cp:lastModifiedBy>
  <cp:revision>1</cp:revision>
  <dcterms:created xsi:type="dcterms:W3CDTF">2026-02-25T04:40:50Z</dcterms:created>
  <dcterms:modified xsi:type="dcterms:W3CDTF">2026-02-25T04:40:50Z</dcterms:modified>
</cp:coreProperties>
</file>