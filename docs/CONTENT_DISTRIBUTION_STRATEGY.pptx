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BRILLIANT JOBS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Distribution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&amp; Execution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Data Stories  ·  Platform-Native Publishing  ·  Internal Merchandising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371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1 (Growth)  ·  February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Data Layers Nobody Else Has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Proprietary ATS Data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285K+ jobs across 10K+ companies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5 ATS platforms. Real-time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velocity nobody else tracks.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135K open jobs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6459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64592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9202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Economic Benchmarks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1188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BLS, FRED, Census, BEA, ADP,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layoffs.fyi, WARN notices.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with private context.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1188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indicators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6459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645920"/>
            <a:ext cx="265176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202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Job Seeker Sentiment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4652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research from active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— in context, not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recalled from memory.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44652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 surveys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blend is what makes it uncopyable. BLS publishes employment numbers. Glassdoor publishes survey data.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has platform data. Nobody combines all three from an independent accountability platform.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DATA STORIES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Content Actually Looks Like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solidFill>
            <a:srgbClr val="1E25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0" y="1417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 shows tech hiring up 15% while BLS reports flat — here's why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1417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+ BLS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89520" y="1417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analysis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993392"/>
            <a:ext cx="8046720" cy="502920"/>
          </a:xfrm>
          <a:prstGeom prst="rect">
            <a:avLst/>
          </a:prstGeom>
          <a:solidFill>
            <a:srgbClr val="1E25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933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INDICATOR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86000" y="19933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posting volume predicted last month's BLS jobs number within 2%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19933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+ BLS (lagged)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89520" y="19933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claim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2569464"/>
            <a:ext cx="8046720" cy="502920"/>
          </a:xfrm>
          <a:prstGeom prst="rect">
            <a:avLst/>
          </a:prstGeom>
          <a:solidFill>
            <a:srgbClr val="1E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56946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LAYOFF IMPACT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86000" y="256946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Meta's 1,200-person layoff, we tracked a 23% spike in marketing roles at competitors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256946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+ layoffs.fyi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589520" y="256946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analysis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3145536"/>
            <a:ext cx="8046720" cy="502920"/>
          </a:xfrm>
          <a:prstGeom prst="rect">
            <a:avLst/>
          </a:prstGeom>
          <a:solidFill>
            <a:srgbClr val="1E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1455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SHIFT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286000" y="31455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notices in SF correlate with Austin hiring surge — talent migration in real time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314553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+ WARN + location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589520" y="314553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research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3721608"/>
            <a:ext cx="8046720" cy="502920"/>
          </a:xfrm>
          <a:prstGeom prst="rect">
            <a:avLst/>
          </a:prstGeom>
          <a:solidFill>
            <a:srgbClr val="1E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7216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SALARY-INFLATION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86000" y="37216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salaries outpacing CPI by 3x — real purchasing power gains for first time in 18 months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37216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salary + BLS CPI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589520" y="37216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combination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1E2545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297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+ DATA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286000" y="4297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job seekers say they've applied to 50+ jobs — our data shows avg response time is 11 days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4297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ATS pipeline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589520" y="42976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+ machine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stories score highest in the editorial engine because they combine proprietary data with public data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ways nobody else can. They earn backlinks, press citations, and social shares.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HIERARCHY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Channels, Each Platform-Native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52120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71600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86000" y="1371600"/>
            <a:ext cx="1554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home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931920" y="1371600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authority, citation target, signup conversion. Full 200-400 word piece with inline charts.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955280" y="1371600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1965960"/>
            <a:ext cx="80467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965960"/>
            <a:ext cx="54864" cy="52120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574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1965960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286000" y="1965960"/>
            <a:ext cx="1554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distribution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931920" y="1965960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page. Standalone post: hook stat, narrative arc, chart image, engagement question. 6K followers seed.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955280" y="1965960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2560320"/>
            <a:ext cx="80467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2560320"/>
            <a:ext cx="54864" cy="521208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34440" y="2560320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(Twitter)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2286000" y="2560320"/>
            <a:ext cx="1554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/ journalist pickup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931920" y="2560320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punchy stat + chart image + link. Where econ journalists discover data. 328 avg engagements/post.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955280" y="2560320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48640" y="3154680"/>
            <a:ext cx="80467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48640" y="3154680"/>
            <a:ext cx="54864" cy="52120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46120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34440" y="3154680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2286000" y="3154680"/>
            <a:ext cx="1554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viral moments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3931920" y="3154680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r/dataisbeautiful, r/economics, r/jobs. Chart-first, zero brand language. Lead with insight, not brand.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955280" y="3154680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48640" y="3749040"/>
            <a:ext cx="80467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48640" y="3749040"/>
            <a:ext cx="54864" cy="521208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40480"/>
            <a:ext cx="320040" cy="3200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34440" y="3749040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/ Shorts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2286000" y="3749040"/>
            <a:ext cx="1554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data stories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3931920" y="3749040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voiceover + animated charts. 60-90 sec. Faceless format. Also TikTok/Reels as vertical cuts.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7955280" y="3749040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548640" y="4343400"/>
            <a:ext cx="80467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548640" y="4343400"/>
            <a:ext cx="54864" cy="52120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434840"/>
            <a:ext cx="320040" cy="32004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234440" y="4343400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2286000" y="4343400"/>
            <a:ext cx="1554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audience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3931920" y="4343400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 via Resend. Top 3 stories + deeper context. Owned channel, no platform dependency.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7955280" y="4343400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INCLUDED: Threads (entertainment-oriented, wrong audience) · Mastodon (&lt;1M MAU, anti-brand culture)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PLATFORM-NATIVE CONTENT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Insight, Six Different Outputs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scheduling tool that blasts the same post everywhere.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editorial engine generates platform-native variants as separate Claude outputs.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80467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011680"/>
                <a:gridCol w="164592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 Elements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article (200-400 words)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Journalistic, data-backed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charts, source attribution, signup CTA, schema markup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post (hook + narrative)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Authoritative, conversational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stat hook, chart image, engagement question, no link in body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stat + image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Punchy, provocative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One-line stat, chart image, link to blog, relevant hashtags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Reddit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+ chart body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Data-first, zero brand voice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Subreddit-optimized title, chart as primary content, methodology in comments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60-90 sec video script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Narrator-driven, visual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voiceover script, animated chart sequence, text overlays, branded outro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Newsletter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with personal context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Deeper, subscriber-oriented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'What this means for your search' framing, filter-specific if possible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queue shows each platform variant independently — approve Blog + LinkedIn, reject Reddit if story doesn't fit.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DATA STORIES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Animated Charts + AI Voiceover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554480"/>
            <a:ext cx="1280160" cy="1463040"/>
          </a:xfrm>
          <a:prstGeom prst="rect">
            <a:avLst/>
          </a:prstGeom>
          <a:solidFill>
            <a:srgbClr val="1E25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554480"/>
            <a:ext cx="32004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1480" y="2194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engine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anomaly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600200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783080" y="1554480"/>
            <a:ext cx="1280160" cy="1463040"/>
          </a:xfrm>
          <a:prstGeom prst="rect">
            <a:avLst/>
          </a:prstGeom>
          <a:solidFill>
            <a:srgbClr val="1E25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16916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1554480"/>
            <a:ext cx="32004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874520" y="2194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script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063240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246120" y="1554480"/>
            <a:ext cx="1280160" cy="1463040"/>
          </a:xfrm>
          <a:prstGeom prst="rect">
            <a:avLst/>
          </a:prstGeom>
          <a:solidFill>
            <a:srgbClr val="1E254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6916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46120" y="1554480"/>
            <a:ext cx="32004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337560" y="2194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/ Play.ht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voiceover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526280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4709160" y="1554480"/>
            <a:ext cx="1280160" cy="1463040"/>
          </a:xfrm>
          <a:prstGeom prst="rect">
            <a:avLst/>
          </a:prstGeom>
          <a:solidFill>
            <a:srgbClr val="1E254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6916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09160" y="1554480"/>
            <a:ext cx="32004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800600" y="2194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Remotion renders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charts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5989320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6172200" y="1554480"/>
            <a:ext cx="1280160" cy="1463040"/>
          </a:xfrm>
          <a:prstGeom prst="rect">
            <a:avLst/>
          </a:prstGeom>
          <a:solidFill>
            <a:srgbClr val="1E2545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169164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172200" y="1554480"/>
            <a:ext cx="32004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6263640" y="2194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7452360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7635240" y="1554480"/>
            <a:ext cx="1280160" cy="1463040"/>
          </a:xfrm>
          <a:prstGeom prst="rect">
            <a:avLst/>
          </a:prstGeom>
          <a:solidFill>
            <a:srgbClr val="1E2545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169164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635240" y="1554480"/>
            <a:ext cx="32004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7726680" y="2194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YouTube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Shorts / Reels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548640" y="3337560"/>
            <a:ext cx="8046720" cy="640080"/>
          </a:xfrm>
          <a:prstGeom prst="rect">
            <a:avLst/>
          </a:prstGeom>
          <a:solidFill>
            <a:srgbClr val="1E2545"/>
          </a:solidFill>
          <a:ln/>
        </p:spPr>
      </p:sp>
      <p:sp>
        <p:nvSpPr>
          <p:cNvPr id="34" name="Text 26"/>
          <p:cNvSpPr/>
          <p:nvPr/>
        </p:nvSpPr>
        <p:spPr>
          <a:xfrm>
            <a:off x="73152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340%</a:t>
            </a:r>
            <a:endParaRPr lang="en-US" sz="1800" dirty="0"/>
          </a:p>
        </p:txBody>
      </p:sp>
      <p:sp>
        <p:nvSpPr>
          <p:cNvPr id="35" name="Text 27"/>
          <p:cNvSpPr/>
          <p:nvPr/>
        </p:nvSpPr>
        <p:spPr>
          <a:xfrm>
            <a:off x="73152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subscriber growth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faceless channels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27432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65.7%</a:t>
            </a:r>
            <a:endParaRPr lang="en-US" sz="1800" dirty="0"/>
          </a:p>
        </p:txBody>
      </p:sp>
      <p:sp>
        <p:nvSpPr>
          <p:cNvPr id="37" name="Text 29"/>
          <p:cNvSpPr/>
          <p:nvPr/>
        </p:nvSpPr>
        <p:spPr>
          <a:xfrm>
            <a:off x="274320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 video is now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text-to-video workflow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475488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32%</a:t>
            </a:r>
            <a:endParaRPr lang="en-US" sz="1800" dirty="0"/>
          </a:p>
        </p:txBody>
      </p:sp>
      <p:sp>
        <p:nvSpPr>
          <p:cNvPr id="39" name="Text 31"/>
          <p:cNvSpPr/>
          <p:nvPr/>
        </p:nvSpPr>
        <p:spPr>
          <a:xfrm>
            <a:off x="475488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viral educational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faceless</a:t>
            </a:r>
            <a:endParaRPr lang="en-US" sz="800" dirty="0"/>
          </a:p>
        </p:txBody>
      </p:sp>
      <p:sp>
        <p:nvSpPr>
          <p:cNvPr id="40" name="Text 32"/>
          <p:cNvSpPr/>
          <p:nvPr/>
        </p:nvSpPr>
        <p:spPr>
          <a:xfrm>
            <a:off x="676656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renders</a:t>
            </a:r>
            <a:endParaRPr lang="en-US" sz="1800" dirty="0"/>
          </a:p>
        </p:txBody>
      </p:sp>
      <p:sp>
        <p:nvSpPr>
          <p:cNvPr id="41" name="Text 33"/>
          <p:cNvSpPr/>
          <p:nvPr/>
        </p:nvSpPr>
        <p:spPr>
          <a:xfrm>
            <a:off x="676656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story: 16:9 YouTube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+ 9:16 Shorts/Reels/TikTok</a:t>
            </a:r>
            <a:endParaRPr lang="en-US" sz="800" dirty="0"/>
          </a:p>
        </p:txBody>
      </p:sp>
      <p:sp>
        <p:nvSpPr>
          <p:cNvPr id="42" name="Text 3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on camera. Animated charts with voiceover is simpler and more credible for data journalism.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Flashy AI-generated B-roll would undermine the authority of the content.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548640" y="4617720"/>
            <a:ext cx="3657600" cy="365760"/>
          </a:xfrm>
          <a:prstGeom prst="rect">
            <a:avLst/>
          </a:prstGeom>
          <a:solidFill>
            <a:srgbClr val="1E2545"/>
          </a:solidFill>
          <a:ln/>
        </p:spPr>
      </p:sp>
      <p:sp>
        <p:nvSpPr>
          <p:cNvPr id="44" name="Text 36"/>
          <p:cNvSpPr/>
          <p:nvPr/>
        </p:nvSpPr>
        <p:spPr>
          <a:xfrm>
            <a:off x="73152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effort: 3-4 days Pod 2  ·  Phase: Month 2-3 post-launch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LINKEDIN FLYWHEEL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Cycle Makes the Data More Credible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0" y="1463040"/>
            <a:ext cx="1737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0" y="1463040"/>
            <a:ext cx="4572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1554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blended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insight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LinkedIn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303520" y="1463040"/>
            <a:ext cx="1737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03520" y="1463040"/>
            <a:ext cx="4572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1554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with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92240" y="2743200"/>
            <a:ext cx="1737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743200"/>
            <a:ext cx="4572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834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users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for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Brilliant Jobs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0" y="3840480"/>
            <a:ext cx="1737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03520" y="3840480"/>
            <a:ext cx="4572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3931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take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and use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0" y="3840480"/>
            <a:ext cx="1737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0" y="3840480"/>
            <a:ext cx="4572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3931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feeds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round 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71600" y="2743200"/>
            <a:ext cx="1737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71600" y="2743200"/>
            <a:ext cx="45720" cy="9144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2834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sample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= more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content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7512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↘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580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4632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7432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↖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4688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MERCHANDISING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Stories Feed Back Into the Product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stories published externally get merchandised internally across five surfaces.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engagement metrics flow back to inform story priority and placement.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8046720" cy="530352"/>
          </a:xfrm>
          <a:prstGeom prst="rect">
            <a:avLst/>
          </a:prstGeom>
          <a:solidFill>
            <a:srgbClr val="1E2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Page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"Market Pulse"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19202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+ one-line summary + chart thumbnail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80560" y="192024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(latest 3 stories)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60720" y="19202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with highest social engagement get top placement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8046720" cy="530352"/>
          </a:xfrm>
          <a:prstGeom prst="rect">
            <a:avLst/>
          </a:prstGeom>
          <a:solidFill>
            <a:srgbClr val="1E254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1460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Lab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"Trending"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25146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grid: headline + key stat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25146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(latest 5 stories)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60720" y="25146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Category-balanced — no 3 salary stories in a row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8046720" cy="530352"/>
          </a:xfrm>
          <a:prstGeom prst="rect">
            <a:avLst/>
          </a:prstGeom>
          <a:solidFill>
            <a:srgbClr val="1E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0896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Cards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3120" y="31089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card: headline + delta stat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310896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login (2-3 relevant)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60720" y="31089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Filter-aware: user's saved filters determine which stories surface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8046720" cy="530352"/>
          </a:xfrm>
          <a:prstGeom prst="rect">
            <a:avLst/>
          </a:prstGeom>
          <a:solidFill>
            <a:srgbClr val="1E254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033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Email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03120" y="37033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stories of the week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560" y="370332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via Resend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37033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combined: social shares + internal click-through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297680"/>
            <a:ext cx="8046720" cy="530352"/>
          </a:xfrm>
          <a:prstGeom prst="rect">
            <a:avLst/>
          </a:prstGeom>
          <a:solidFill>
            <a:srgbClr val="1E254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29768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Archive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03120" y="42976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article with inline charts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80560" y="42976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(1-2 new)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60720" y="42976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URL — all external links point here for SEO authority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↔ INTERNAL FEEDBACK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Engagement Informs Internal Placement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384048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904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SIGNALS (inbound)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impressions, reactions, comments, shares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retweets, quote tweets, link clicks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Reddit: upvotes, comment count, cross-posts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views, watch time, likes, subscriber gain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Blog: page views, time on page, signup conversions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3840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Newsletter: open rate, click-through rate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563EB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463040"/>
            <a:ext cx="3840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4904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ACTIONS (merchandising)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social engagement → promoted to Index "Market Pulse"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Filter-match + high engagement → Dashboard insight card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Reddit/X pickup → Data Lab "Trending" top slot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story → trigger follow-up story in editorial engine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 across all → deprioritize category this week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citation → badge on blog post ("Cited by Bloomberg")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social API (Late / Ayrshare) provides engagement metrics via webhook.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 Function ingests these and updates content_stories.social_metrics in Supabase.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RESEARCH PROGRAM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Publishable Research from Your User Base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54864" cy="2743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 Surveys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contextual surveys surfaced to active job seekers while they're in the search experience. Catches people in the moment — answers are current, not recalled.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consent from product surveys.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 table, different opt-in.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responses until 200+ threshold.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as "Brilliant Jobs Research."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463040"/>
            <a:ext cx="54864" cy="2743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Journey Opt-In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 success signals (got interview, got hired). Users share their story voluntarily.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moment: success, not frustration.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publishing consent.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data stories: "Here's what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looked like for Sarah in Austin."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layer on top of the numbers.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feed into the editorial engine as a third content source. Combined with ATS data + economic benchmarks,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the three-layer content moat: what the market is doing, what the economy is doing, what seekers are experiencing.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PUBLISHING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Editorial Engine → Unified Social API → Platforms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377440" cy="2926080"/>
          </a:xfrm>
          <a:prstGeom prst="rect">
            <a:avLst/>
          </a:prstGeom>
          <a:solidFill>
            <a:srgbClr val="1E254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463040"/>
            <a:ext cx="237744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904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ENGINE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detect-editorial-insights EF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2258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scoring (Pod 1 rules)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2551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API: blog variant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8437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API: LinkedIn variant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3136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API: X variant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API: Reddit variant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3721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API: video script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4014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Admin approval queue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3464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291840" y="1463040"/>
            <a:ext cx="2194560" cy="2926080"/>
          </a:xfrm>
          <a:prstGeom prst="rect">
            <a:avLst/>
          </a:prstGeom>
          <a:solidFill>
            <a:srgbClr val="1E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1463040"/>
            <a:ext cx="21945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4904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LAYER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1965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approve: publish-story EF fires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74720" y="2258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→ brilliantjobs.app/blog/{slug}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74720" y="25511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API → LinkedIn company page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74720" y="2843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API → X post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74720" y="3136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API → Reddit (subreddit TBD)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74720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API → Bluesky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74720" y="3721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API → video upload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74720" y="4014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→ newsletter (weekly batch)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7784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035040" y="1463040"/>
            <a:ext cx="2743200" cy="2926080"/>
          </a:xfrm>
          <a:prstGeom prst="rect">
            <a:avLst/>
          </a:prstGeom>
          <a:solidFill>
            <a:srgbClr val="1E2545"/>
          </a:solidFill>
          <a:ln/>
        </p:spPr>
      </p:sp>
      <p:sp>
        <p:nvSpPr>
          <p:cNvPr id="29" name="Shape 27"/>
          <p:cNvSpPr/>
          <p:nvPr/>
        </p:nvSpPr>
        <p:spPr>
          <a:xfrm>
            <a:off x="6035040" y="1463040"/>
            <a:ext cx="27432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490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+ MERCHANDISING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1965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webhooks → social metrics ingest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17920" y="2258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content_stories.social_metrics updated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17920" y="2551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engagement → Index Market Pulse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17920" y="28437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Filter-match → Dashboard insight cards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17920" y="31363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→ trigger follow-up story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17920" y="3429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pickup → citation badge on blog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17920" y="3721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digest: top 3 by combined score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17920" y="40142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PostHog: internal click-through tracking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social API (Late recommended: $10-49/mo) handles OAuth, rate limits, retries, and multi-platform publishing in one call.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LinkedIn partner program application needed. Supports 13 platforms including Bluesky.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SEQUENCE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Rollout — Content Engine + Distribution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554480" y="1371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5-7 days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SEO infrastructure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page template engine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by Location page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metro comparison pages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DataForSEO keyword validation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1 specs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2 builds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2084832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084832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8483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377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554480" y="208483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5-7 days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21305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engine core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Edge Function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story generation (all variants)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Content tab + approval queue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Brilliant Jobs LinkedIn company page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0" y="21305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1 rules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2 engine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2798064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798064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79806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090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1-2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54480" y="279806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4-5 days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77440" y="28437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page template (/blog/{slug})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merchandising (5 surfaces)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social API integration (Late)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metrics webhook ingestion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integration via Resend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0" y="28437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2 builds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1 placement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3511296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511296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51129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3803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2-3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554480" y="351129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6-8 days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77440" y="35570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rendering pipeline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voiceover + animated charts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/ Shorts / Reels publishing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research program (pop-ups)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journey opt-in system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00800" y="35570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2 builds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1 templates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4224528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4224528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2245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" y="45171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554480" y="42245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8-11 days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377440" y="42702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data ingestion (BLS/FRED)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engine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→ internal feedback loop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citation tracking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 for high-score stories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00800" y="42702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2 builds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1 tuning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28-38 engineering days across all phases  ·  Phase 1 is launch-critical  ·  Phases 2-3 ship month 1-2  ·  Phases 4-5 are month 2-3+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COMPETITIVE MOAT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Proprietary data + government benchmarks +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seeker sentiment = content nobody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else can produce.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64592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channels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platform-native content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38912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data layers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+ economic + sentiment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713232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engine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it all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distribution creates the flywheel. Internal merchandising closes the loop.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engagement informs product placement. The content engine is the growth engine.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Distribution Strategy &amp; Execution Plan</dc:title>
  <dc:subject>PptxGenJS Presentation</dc:subject>
  <dc:creator>Brilliant Jobs — Pod 1 (Growth)</dc:creator>
  <cp:lastModifiedBy>Brilliant Jobs — Pod 1 (Growth)</cp:lastModifiedBy>
  <cp:revision>1</cp:revision>
  <dcterms:created xsi:type="dcterms:W3CDTF">2026-02-25T04:15:01Z</dcterms:created>
  <dcterms:modified xsi:type="dcterms:W3CDTF">2026-02-25T04:15:01Z</dcterms:modified>
</cp:coreProperties>
</file>